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3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38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6427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Health and Fitness Recommendations using Machine Learning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18945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will explore how machine learning techniques like linear regression and K-nearest neighbor classification can be used to provide personalized health and fitness recommendations to improve people's well-being. This is actually </a:t>
            </a:r>
            <a:r>
              <a:rPr lang="en-US" sz="175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realated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user based recommendation systems based on their goals and activity levels.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</a:t>
            </a:r>
            <a:r>
              <a:rPr lang="en-US" sz="175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mght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fitness trackers and </a:t>
            </a:r>
            <a:r>
              <a:rPr lang="en-US" sz="175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yt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finess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notification, all these and examples</a:t>
            </a:r>
          </a:p>
        </p:txBody>
      </p:sp>
      <p:sp>
        <p:nvSpPr>
          <p:cNvPr id="5" name="Shape 2"/>
          <p:cNvSpPr/>
          <p:nvPr/>
        </p:nvSpPr>
        <p:spPr>
          <a:xfrm>
            <a:off x="793790" y="691312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7124" y="6896219"/>
            <a:ext cx="222956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296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Introduction to Machine Learning in Healthcare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425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83694" y="3027521"/>
            <a:ext cx="1303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942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432929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algorithms can identify patterns in health data to predict outcomes and risk factors. </a:t>
            </a: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these kind of  models are helpful to track your physical activity levels to set goals to the finest tasks, That you want to set and </a:t>
            </a: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85467" y="29425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51559" y="3027521"/>
            <a:ext cx="1779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942511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Personalized Interventions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87259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can tailor treatments and recommendations to individual patients based on their unique characteristics.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800" dirty="0"/>
              <a:t>This will also be helpful to track all your  Metabolic rates everyday and keeps you posting stuff about that, By tracking your calorie burn levels and healthcare kind of things</a:t>
            </a:r>
          </a:p>
        </p:txBody>
      </p:sp>
      <p:sp>
        <p:nvSpPr>
          <p:cNvPr id="12" name="Shape 9"/>
          <p:cNvSpPr/>
          <p:nvPr/>
        </p:nvSpPr>
        <p:spPr>
          <a:xfrm>
            <a:off x="793790" y="60837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5835" y="6168747"/>
            <a:ext cx="1660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083737"/>
            <a:ext cx="35699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Enhanced Decision Making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57415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ML-powered analytics can assist healthcare providers in making more informed, data-driven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Linear Regression for Predicting Health Outcomes</a:t>
            </a:r>
          </a:p>
          <a:p>
            <a:pPr marL="0" indent="0">
              <a:lnSpc>
                <a:spcPts val="5400"/>
              </a:lnSpc>
              <a:buNone/>
            </a:pP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name="adj" fmla="val 108513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8939" y="2645569"/>
            <a:ext cx="1266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Identify Predictors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 factors like diet, exercise, age, and medical history that may influence health outcomes.&gt;&gt; Here I haven’t used </a:t>
            </a:r>
            <a:r>
              <a:rPr lang="en-US" sz="17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pca</a:t>
            </a: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 this is a recommendation system model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5722" y="4489013"/>
            <a:ext cx="17299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4932" y="4378762"/>
            <a:ext cx="3021806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Build Regression Model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linear regression to establish relationships between predictor variables and target outcomes.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556" y="6332458"/>
            <a:ext cx="161449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49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Generate Predictions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the regression model to new data to forecast future health metrics like BMI or cholesterol levels.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K-Nearest Neighbor Classification for Fitness Assessments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Gathering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information on physical activity, nutrition, and other lifestyle factors from fitness trackers and self-reported data.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KNN Algorithm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K-nearest neighbor classification technique to assign fitness levels based on similarity to known data points.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9872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Personalized Feedback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users with tailored recommendations to improve their fitness levels and overall health.</a:t>
            </a:r>
            <a:endParaRPr lang="en-US" sz="1750" dirty="0"/>
          </a:p>
        </p:txBody>
      </p:sp>
      <p:sp>
        <p:nvSpPr>
          <p:cNvPr id="9" name="Minus 8">
            <a:extLst>
              <a:ext uri="{FF2B5EF4-FFF2-40B4-BE49-F238E27FC236}">
                <a16:creationId xmlns:a16="http://schemas.microsoft.com/office/drawing/2014/main" id="{0E5EC4FB-480B-845F-6432-DBD75A613AD5}"/>
              </a:ext>
            </a:extLst>
          </p:cNvPr>
          <p:cNvSpPr/>
          <p:nvPr/>
        </p:nvSpPr>
        <p:spPr>
          <a:xfrm>
            <a:off x="-2616200" y="7138076"/>
            <a:ext cx="19862800" cy="1752996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68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Collection and Preprocessing </a:t>
            </a: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small, compressed and more structured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6280190" y="2484596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07004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Wearable Devices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201829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 real-time data on physical activity, heart rate, sleep patterns, and other health metrics.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484596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98681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Self-Reported Data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201829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information on diet, stress levels, and other lifestyle factors through user surveys and logs.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07067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070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Medical Records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24299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historical health data, such as lab results and medical diagnoses, to enrich the dataset.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5107067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398681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98681" y="5824299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 the data by handling missing values, removing outliers, and ensuring consistency.</a:t>
            </a:r>
            <a:endParaRPr lang="en-US" sz="1750" dirty="0"/>
          </a:p>
        </p:txBody>
      </p:sp>
      <p:sp>
        <p:nvSpPr>
          <p:cNvPr id="16" name="Minus 15">
            <a:extLst>
              <a:ext uri="{FF2B5EF4-FFF2-40B4-BE49-F238E27FC236}">
                <a16:creationId xmlns:a16="http://schemas.microsoft.com/office/drawing/2014/main" id="{90BDD68F-EFA2-22AF-1E68-3A66236A5620}"/>
              </a:ext>
            </a:extLst>
          </p:cNvPr>
          <p:cNvSpPr/>
          <p:nvPr/>
        </p:nvSpPr>
        <p:spPr>
          <a:xfrm>
            <a:off x="-2616200" y="7138076"/>
            <a:ext cx="19862800" cy="1752996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953333"/>
            <a:ext cx="7559278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Developing Predictive Models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1974771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195632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2673191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new variables by combining or transforming the original data features.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3741896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396275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Selection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440317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appropriate machine learning algorithms based on the problem and data characteristics.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5509022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5729883"/>
            <a:ext cx="3090862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Hyperparameter Tuning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20744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 the model parameters to improve its predictive performance.</a:t>
            </a:r>
            <a:endParaRPr lang="en-US" sz="1700" dirty="0"/>
          </a:p>
        </p:txBody>
      </p:sp>
      <p:sp>
        <p:nvSpPr>
          <p:cNvPr id="13" name="Minus 12">
            <a:extLst>
              <a:ext uri="{FF2B5EF4-FFF2-40B4-BE49-F238E27FC236}">
                <a16:creationId xmlns:a16="http://schemas.microsoft.com/office/drawing/2014/main" id="{2254E8AE-E469-375C-1A20-DDA69486449C}"/>
              </a:ext>
            </a:extLst>
          </p:cNvPr>
          <p:cNvSpPr/>
          <p:nvPr/>
        </p:nvSpPr>
        <p:spPr>
          <a:xfrm>
            <a:off x="-2616200" y="7138076"/>
            <a:ext cx="19862800" cy="1752996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610433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Evaluating Model Performance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2" y="2325291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4502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Accuracy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74502" y="3578066"/>
            <a:ext cx="3631525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 the percentage of correct predictions made by the model.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854" y="2325291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7854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Precision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4737854" y="3578066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 the model's ability to identify true positive cases accurately.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502" y="5304115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4502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Recall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74502" y="6556891"/>
            <a:ext cx="3631525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the model's ability to identify all relevant positive cases.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854" y="5304115"/>
            <a:ext cx="553164" cy="5531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37854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F1-Score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4737854" y="6556891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precision and recall to get a balanced performance metric.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54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851" y="3093244"/>
            <a:ext cx="10401538" cy="633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Practical Applications and Future Directions</a:t>
            </a:r>
          </a:p>
          <a:p>
            <a:pPr marL="0" indent="0" algn="ctr">
              <a:lnSpc>
                <a:spcPts val="4950"/>
              </a:lnSpc>
              <a:buNone/>
            </a:pP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</a:rPr>
              <a:t>Health and </a:t>
            </a:r>
            <a:r>
              <a:rPr lang="en-US" sz="1000" b="1" dirty="0" err="1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</a:rPr>
              <a:t>finess</a:t>
            </a: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</a:rPr>
              <a:t> recommendation systems 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709851" y="4031218"/>
            <a:ext cx="13210699" cy="3646170"/>
          </a:xfrm>
          <a:prstGeom prst="roundRect">
            <a:avLst>
              <a:gd name="adj" fmla="val 8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7471" y="4038838"/>
            <a:ext cx="13195459" cy="9077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20234" y="4168140"/>
            <a:ext cx="618839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Monitoring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21773" y="4168140"/>
            <a:ext cx="6188393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tracking of health data can enable early intervention and personalized care.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17471" y="4946571"/>
            <a:ext cx="13195459" cy="9077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20234" y="5075873"/>
            <a:ext cx="618839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Preventive Care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21773" y="5075873"/>
            <a:ext cx="6188393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models can identify high-risk individuals and recommend targeted preventive measures.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17471" y="5854303"/>
            <a:ext cx="13195459" cy="9077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0234" y="5983605"/>
            <a:ext cx="618839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 Optimization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21773" y="5983605"/>
            <a:ext cx="6188393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ML-driven optimization of treatment plans and lifestyle recommendations can improve health outcomes.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17471" y="6762036"/>
            <a:ext cx="13195459" cy="9077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20234" y="6891337"/>
            <a:ext cx="618839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Scalability and Accessibility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21773" y="6891337"/>
            <a:ext cx="6188393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Automated, technology-driven solutions can provide healthcare access to wider populations.</a:t>
            </a:r>
            <a:endParaRPr lang="en-US" sz="1550" dirty="0"/>
          </a:p>
        </p:txBody>
      </p:sp>
      <p:sp>
        <p:nvSpPr>
          <p:cNvPr id="17" name="Minus 16">
            <a:extLst>
              <a:ext uri="{FF2B5EF4-FFF2-40B4-BE49-F238E27FC236}">
                <a16:creationId xmlns:a16="http://schemas.microsoft.com/office/drawing/2014/main" id="{22D0C130-C0ED-6396-5FE9-47885BF860BE}"/>
              </a:ext>
            </a:extLst>
          </p:cNvPr>
          <p:cNvSpPr/>
          <p:nvPr/>
        </p:nvSpPr>
        <p:spPr>
          <a:xfrm>
            <a:off x="-2616200" y="7138076"/>
            <a:ext cx="19862800" cy="1752996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587</Words>
  <Application>Microsoft Macintosh PowerPoint</Application>
  <PresentationFormat>Custom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Open Sans</vt:lpstr>
      <vt:lpstr>Arial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Vinay Kumar</cp:lastModifiedBy>
  <cp:revision>4</cp:revision>
  <dcterms:created xsi:type="dcterms:W3CDTF">2024-11-19T07:16:43Z</dcterms:created>
  <dcterms:modified xsi:type="dcterms:W3CDTF">2024-11-19T18:44:08Z</dcterms:modified>
</cp:coreProperties>
</file>